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71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692640" y="640080"/>
            <a:ext cx="2103120" cy="21031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515600" y="2926080"/>
            <a:ext cx="914400" cy="91440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961120" y="4114800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81381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"/>
              </a:defRPr>
            </a:pPr>
            <a:r>
              <a:t>ADVANCED WEATHER</a:t>
            </a:r>
            <a:br/>
            <a:r>
              <a:t>PREDICTION 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15468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22D3EE"/>
                </a:solidFill>
                <a:latin typeface="Aptos"/>
              </a:defRPr>
            </a:pPr>
            <a:r>
              <a:t>AI Project Deployment &amp; Capstone • Week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88620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FFFFF"/>
                </a:solidFill>
                <a:latin typeface="Aptos"/>
              </a:defRPr>
            </a:pPr>
            <a:r>
              <a:t>Python  |  Scikit-learn  |  Flask  |  Joblib  |  Postman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71500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FFFFFF"/>
                </a:solidFill>
                <a:latin typeface="Aptos"/>
              </a:defRPr>
            </a:pPr>
            <a:r>
              <a:rPr dirty="0"/>
              <a:t>Presented by: </a:t>
            </a:r>
            <a:r>
              <a:rPr lang="en-IN" dirty="0" err="1" smtClean="0"/>
              <a:t>Viraj</a:t>
            </a:r>
            <a:r>
              <a:rPr lang="en-IN" dirty="0" smtClean="0"/>
              <a:t> </a:t>
            </a:r>
            <a:r>
              <a:rPr lang="en-IN" dirty="0" err="1" smtClean="0"/>
              <a:t>Mhatre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22340"/>
                </a:solidFill>
                <a:latin typeface="Aptos"/>
              </a:defRPr>
            </a:pPr>
            <a:r>
              <a:t>Project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32688"/>
            <a:ext cx="114300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C697C"/>
                </a:solidFill>
                <a:latin typeface="Aptos"/>
              </a:defRPr>
            </a:pPr>
            <a:r>
              <a:t>WEEK 4 • AI PROJECT DEPLOYMENT  | 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258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1E293B"/>
                </a:solidFill>
                <a:latin typeface="Aptos"/>
              </a:defRPr>
            </a:pPr>
            <a:r>
              <a:t>•  Build an end-to-end machine learning application for weather estimates.</a:t>
            </a:r>
          </a:p>
          <a:p>
            <a:pPr>
              <a:spcAft>
                <a:spcPts val="1600"/>
              </a:spcAft>
              <a:defRPr sz="2000">
                <a:solidFill>
                  <a:srgbClr val="1E293B"/>
                </a:solidFill>
                <a:latin typeface="Aptos"/>
              </a:defRPr>
            </a:pPr>
            <a:r>
              <a:t>•  Predict temperature, humidity, and rainfall from weather-related input features.</a:t>
            </a:r>
          </a:p>
          <a:p>
            <a:pPr>
              <a:spcAft>
                <a:spcPts val="1600"/>
              </a:spcAft>
              <a:defRPr sz="2000">
                <a:solidFill>
                  <a:srgbClr val="1E293B"/>
                </a:solidFill>
                <a:latin typeface="Aptos"/>
              </a:defRPr>
            </a:pPr>
            <a:r>
              <a:t>•  Expose predictions through a REST API built with Flask.</a:t>
            </a:r>
          </a:p>
          <a:p>
            <a:pPr>
              <a:spcAft>
                <a:spcPts val="1600"/>
              </a:spcAft>
              <a:defRPr sz="2000">
                <a:solidFill>
                  <a:srgbClr val="1E293B"/>
                </a:solidFill>
                <a:latin typeface="Aptos"/>
              </a:defRPr>
            </a:pPr>
            <a:r>
              <a:t>•  Test the API by sending JSON requests through Postman.</a:t>
            </a:r>
          </a:p>
          <a:p>
            <a:pPr>
              <a:spcAft>
                <a:spcPts val="1600"/>
              </a:spcAft>
              <a:defRPr sz="2000">
                <a:solidFill>
                  <a:srgbClr val="1E293B"/>
                </a:solidFill>
                <a:latin typeface="Aptos"/>
              </a:defRPr>
            </a:pPr>
            <a:r>
              <a:t>•  This is an educational demonstration using simulated weather data.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22340"/>
                </a:solidFill>
                <a:latin typeface="Aptos"/>
              </a:defRPr>
            </a:pPr>
            <a:r>
              <a:t>Project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32688"/>
            <a:ext cx="114300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C697C"/>
                </a:solidFill>
                <a:latin typeface="Aptos"/>
              </a:defRPr>
            </a:pPr>
            <a:r>
              <a:t>WEEK 4 • AI PROJECT DEPLOYMENT  |  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34290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CE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73152" cy="1554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581912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22340"/>
                </a:solidFill>
                <a:latin typeface="Aptos"/>
              </a:defRPr>
            </a:pPr>
            <a:r>
              <a:t>1. Prepare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57400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5C697C"/>
                </a:solidFill>
                <a:latin typeface="Aptos"/>
              </a:defRPr>
            </a:pPr>
            <a:r>
              <a:t>Generate and organize sample weather data.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417320"/>
            <a:ext cx="34290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CE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1417320"/>
            <a:ext cx="73152" cy="155448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17720" y="1581912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22340"/>
                </a:solidFill>
                <a:latin typeface="Aptos"/>
              </a:defRPr>
            </a:pPr>
            <a:r>
              <a:t>2. Train Models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057400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5C697C"/>
                </a:solidFill>
                <a:latin typeface="Aptos"/>
              </a:defRPr>
            </a:pPr>
            <a:r>
              <a:t>Train regression models with Scikit-learn.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417320"/>
            <a:ext cx="34290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CE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46720" y="1417320"/>
            <a:ext cx="73152" cy="1554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75320" y="1581912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22340"/>
                </a:solidFill>
                <a:latin typeface="Aptos"/>
              </a:defRPr>
            </a:pPr>
            <a:r>
              <a:t>3. Deploy 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2057400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5C697C"/>
                </a:solidFill>
                <a:latin typeface="Aptos"/>
              </a:defRPr>
            </a:pPr>
            <a:r>
              <a:t>Load saved models and serve predictions with Flask.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560320" y="3474720"/>
            <a:ext cx="34290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CE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560320" y="3474720"/>
            <a:ext cx="73152" cy="155448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788920" y="3639312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22340"/>
                </a:solidFill>
                <a:latin typeface="Aptos"/>
              </a:defRPr>
            </a:pPr>
            <a:r>
              <a:t>4. Evaluate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88920" y="4114800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5C697C"/>
                </a:solidFill>
                <a:latin typeface="Aptos"/>
              </a:defRPr>
            </a:pPr>
            <a:r>
              <a:t>Measure performance on held-out test data.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3474720"/>
            <a:ext cx="34290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CE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17920" y="3474720"/>
            <a:ext cx="73152" cy="1554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46520" y="3639312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22340"/>
                </a:solidFill>
                <a:latin typeface="Aptos"/>
              </a:defRPr>
            </a:pPr>
            <a:r>
              <a:t>5. Test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4114800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5C697C"/>
                </a:solidFill>
                <a:latin typeface="Aptos"/>
              </a:defRPr>
            </a:pPr>
            <a:r>
              <a:t>Verify requests and responses using Postman.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22340"/>
                </a:solidFill>
                <a:latin typeface="Aptos"/>
              </a:defRPr>
            </a:pPr>
            <a:r>
              <a:t>Technology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32688"/>
            <a:ext cx="114300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C697C"/>
                </a:solidFill>
                <a:latin typeface="Aptos"/>
              </a:defRPr>
            </a:pPr>
            <a:r>
              <a:t>WEEK 4 • AI PROJECT DEPLOYMENT  |  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33832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325880"/>
            <a:ext cx="73152" cy="15087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490472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22340"/>
                </a:solidFill>
                <a:latin typeface="Aptos"/>
              </a:defRPr>
            </a:pPr>
            <a:r>
              <a:t>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965960"/>
            <a:ext cx="297180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5C697C"/>
                </a:solidFill>
                <a:latin typeface="Aptos"/>
              </a:defRPr>
            </a:pPr>
            <a:r>
              <a:t>Core programming language.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325880"/>
            <a:ext cx="33832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1325880"/>
            <a:ext cx="73152" cy="150876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17720" y="1490472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22340"/>
                </a:solidFill>
                <a:latin typeface="Aptos"/>
              </a:defRPr>
            </a:pPr>
            <a:r>
              <a:t>Pandas &amp; NumPy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1965960"/>
            <a:ext cx="297180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5C697C"/>
                </a:solidFill>
                <a:latin typeface="Aptos"/>
              </a:defRPr>
            </a:pPr>
            <a:r>
              <a:t>Create and handle tabular data.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325880"/>
            <a:ext cx="33832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46720" y="1325880"/>
            <a:ext cx="73152" cy="15087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75320" y="1490472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22340"/>
                </a:solidFill>
                <a:latin typeface="Aptos"/>
              </a:defRPr>
            </a:pPr>
            <a:r>
              <a:t>Scikit-learn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1965960"/>
            <a:ext cx="297180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5C697C"/>
                </a:solidFill>
                <a:latin typeface="Aptos"/>
              </a:defRPr>
            </a:pPr>
            <a:r>
              <a:t>Train Random Forest regression models.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337560"/>
            <a:ext cx="33832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31520" y="3337560"/>
            <a:ext cx="73152" cy="150876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0120" y="3502152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22340"/>
                </a:solidFill>
                <a:latin typeface="Aptos"/>
              </a:defRPr>
            </a:pPr>
            <a:r>
              <a:t>Flask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3977639"/>
            <a:ext cx="297180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5C697C"/>
                </a:solidFill>
                <a:latin typeface="Aptos"/>
              </a:defRPr>
            </a:pPr>
            <a:r>
              <a:t>Provide HTTP endpoints for predictions.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0" y="3337560"/>
            <a:ext cx="33832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389120" y="3337560"/>
            <a:ext cx="73152" cy="15087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617720" y="3502152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22340"/>
                </a:solidFill>
                <a:latin typeface="Aptos"/>
              </a:defRPr>
            </a:pPr>
            <a:r>
              <a:t>Joblib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20" y="3977639"/>
            <a:ext cx="297180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5C697C"/>
                </a:solidFill>
                <a:latin typeface="Aptos"/>
              </a:defRPr>
            </a:pPr>
            <a:r>
              <a:t>Save and reload trained models.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20" y="3337560"/>
            <a:ext cx="33832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046720" y="3337560"/>
            <a:ext cx="73152" cy="150876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75320" y="3502152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22340"/>
                </a:solidFill>
                <a:latin typeface="Aptos"/>
              </a:defRPr>
            </a:pPr>
            <a:r>
              <a:t>Postman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3977639"/>
            <a:ext cx="297180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5C697C"/>
                </a:solidFill>
                <a:latin typeface="Aptos"/>
              </a:defRPr>
            </a:pPr>
            <a:r>
              <a:t>Send JSON requests and inspect responses.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22340"/>
                </a:solidFill>
                <a:latin typeface="Aptos"/>
              </a:defRPr>
            </a:pPr>
            <a:r>
              <a:t>Dataset &amp;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32688"/>
            <a:ext cx="114300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C697C"/>
                </a:solidFill>
                <a:latin typeface="Aptos"/>
              </a:defRPr>
            </a:pPr>
            <a:r>
              <a:t>WEEK 4 • AI PROJECT DEPLOYMENT  |  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258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900">
                <a:solidFill>
                  <a:srgbClr val="1E293B"/>
                </a:solidFill>
                <a:latin typeface="Aptos"/>
              </a:defRPr>
            </a:pPr>
            <a:r>
              <a:t>•  Dataset: 1,500 simulated weather records generated by dataset.py.</a:t>
            </a:r>
          </a:p>
          <a:p>
            <a:pPr>
              <a:spcAft>
                <a:spcPts val="1600"/>
              </a:spcAft>
              <a:defRPr sz="1900">
                <a:solidFill>
                  <a:srgbClr val="1E293B"/>
                </a:solidFill>
                <a:latin typeface="Aptos"/>
              </a:defRPr>
            </a:pPr>
            <a:r>
              <a:t>•  Input features: pressure_hpa, wind_speed_kmh, month.</a:t>
            </a:r>
          </a:p>
          <a:p>
            <a:pPr>
              <a:spcAft>
                <a:spcPts val="1600"/>
              </a:spcAft>
              <a:defRPr sz="1900">
                <a:solidFill>
                  <a:srgbClr val="1E293B"/>
                </a:solidFill>
                <a:latin typeface="Aptos"/>
              </a:defRPr>
            </a:pPr>
            <a:r>
              <a:t>•  Previous observations: previous_temp_c, previous_humidity_pct, previous_rainfall_mm.</a:t>
            </a:r>
          </a:p>
          <a:p>
            <a:pPr>
              <a:spcAft>
                <a:spcPts val="1600"/>
              </a:spcAft>
              <a:defRPr sz="1900">
                <a:solidFill>
                  <a:srgbClr val="1E293B"/>
                </a:solidFill>
                <a:latin typeface="Aptos"/>
              </a:defRPr>
            </a:pPr>
            <a:r>
              <a:t>•  Prediction targets: temperature_c, humidity_pct, rainfall_mm.</a:t>
            </a:r>
          </a:p>
          <a:p>
            <a:pPr>
              <a:spcAft>
                <a:spcPts val="1600"/>
              </a:spcAft>
              <a:defRPr sz="1900">
                <a:solidFill>
                  <a:srgbClr val="1E293B"/>
                </a:solidFill>
                <a:latin typeface="Aptos"/>
              </a:defRPr>
            </a:pPr>
            <a:r>
              <a:t>•  The synthetic dataset is not a substitute for official meteorological records.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22340"/>
                </a:solidFill>
                <a:latin typeface="Aptos"/>
              </a:defRPr>
            </a:pPr>
            <a:r>
              <a:t>Model Training &amp; Evaluation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32688"/>
            <a:ext cx="114300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C697C"/>
                </a:solidFill>
                <a:latin typeface="Aptos"/>
              </a:defRPr>
            </a:pPr>
            <a:r>
              <a:t>WEEK 4 • AI PROJECT DEPLOYMENT  |  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417320"/>
            <a:ext cx="329184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CE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417320"/>
            <a:ext cx="73152" cy="1965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1581912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22340"/>
                </a:solidFill>
                <a:latin typeface="Aptos"/>
              </a:defRPr>
            </a:pPr>
            <a:r>
              <a:t>Step 1 • Split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057400"/>
            <a:ext cx="2880360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5C697C"/>
                </a:solidFill>
                <a:latin typeface="Aptos"/>
              </a:defRPr>
            </a:pPr>
            <a:r>
              <a:t>Divide records into training and testing sets (80/20).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417320"/>
            <a:ext cx="329184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CE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34840" y="1417320"/>
            <a:ext cx="73152" cy="196596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63440" y="1581912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22340"/>
                </a:solidFill>
                <a:latin typeface="Aptos"/>
              </a:defRPr>
            </a:pPr>
            <a:r>
              <a:t>Step 2 • Train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057400"/>
            <a:ext cx="2880360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5C697C"/>
                </a:solidFill>
                <a:latin typeface="Aptos"/>
              </a:defRPr>
            </a:pPr>
            <a:r>
              <a:t>Train separate RandomForestRegressor models for three targets.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417320"/>
            <a:ext cx="329184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CE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92440" y="1417320"/>
            <a:ext cx="73152" cy="1965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21040" y="1581912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22340"/>
                </a:solidFill>
                <a:latin typeface="Aptos"/>
              </a:defRPr>
            </a:pPr>
            <a:r>
              <a:t>Step 3 • Evaluate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057400"/>
            <a:ext cx="2880360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5C697C"/>
                </a:solidFill>
                <a:latin typeface="Aptos"/>
              </a:defRPr>
            </a:pPr>
            <a:r>
              <a:t>Calculate MAE and R² on the test set.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1605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22340"/>
                </a:solidFill>
                <a:latin typeface="Aptos"/>
              </a:defRPr>
            </a:pPr>
            <a:r>
              <a:t>MAE: average absolute prediction error  •  R²: goodness-of-fit measure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89204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5C697C"/>
                </a:solidFill>
                <a:latin typeface="Aptos"/>
              </a:defRPr>
            </a:pPr>
            <a:r>
              <a:t>Exact metric values are saved in model_metrics.json after training.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22340"/>
                </a:solidFill>
                <a:latin typeface="Aptos"/>
              </a:defRPr>
            </a:pPr>
            <a:r>
              <a:t>Application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32688"/>
            <a:ext cx="114300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C697C"/>
                </a:solidFill>
                <a:latin typeface="Aptos"/>
              </a:defRPr>
            </a:pPr>
            <a:r>
              <a:t>WEEK 4 • AI PROJECT DEPLOYMENT  |  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011680"/>
            <a:ext cx="20574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4360" y="2011680"/>
            <a:ext cx="73152" cy="13258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217627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22340"/>
                </a:solidFill>
                <a:latin typeface="Aptos"/>
              </a:defRPr>
            </a:pPr>
            <a:r>
              <a:t>1. Dataset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65176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5C697C"/>
                </a:solidFill>
                <a:latin typeface="Aptos"/>
              </a:defRPr>
            </a:pPr>
            <a:r>
              <a:t>weather.csv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63240" y="2011680"/>
            <a:ext cx="20574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063240" y="2011680"/>
            <a:ext cx="73152" cy="132588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91840" y="217627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22340"/>
                </a:solidFill>
                <a:latin typeface="Aptos"/>
              </a:defRPr>
            </a:pPr>
            <a:r>
              <a:t>2. Training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265176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5C697C"/>
                </a:solidFill>
                <a:latin typeface="Aptos"/>
              </a:defRPr>
            </a:pPr>
            <a:r>
              <a:t>train_model.py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32120" y="2011680"/>
            <a:ext cx="20574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532120" y="2011680"/>
            <a:ext cx="73152" cy="13258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760720" y="217627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22340"/>
                </a:solidFill>
                <a:latin typeface="Aptos"/>
              </a:defRPr>
            </a:pPr>
            <a:r>
              <a:t>3. Saved Models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720" y="265176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5C697C"/>
                </a:solidFill>
                <a:latin typeface="Aptos"/>
              </a:defRPr>
            </a:pPr>
            <a:r>
              <a:t>weather_models.joblib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2011680"/>
            <a:ext cx="20574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001000" y="2011680"/>
            <a:ext cx="73152" cy="132588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0" y="217627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22340"/>
                </a:solidFill>
                <a:latin typeface="Aptos"/>
              </a:defRPr>
            </a:pPr>
            <a:r>
              <a:t>4. Flask API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265176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5C697C"/>
                </a:solidFill>
                <a:latin typeface="Aptos"/>
              </a:defRPr>
            </a:pPr>
            <a:r>
              <a:t>app.py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2651760" y="2450592"/>
            <a:ext cx="347472" cy="320040"/>
          </a:xfrm>
          <a:prstGeom prst="rightArrow">
            <a:avLst/>
          </a:prstGeom>
          <a:solidFill>
            <a:srgbClr val="5C69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ight Arrow 22"/>
          <p:cNvSpPr/>
          <p:nvPr/>
        </p:nvSpPr>
        <p:spPr>
          <a:xfrm>
            <a:off x="5120640" y="2450592"/>
            <a:ext cx="347472" cy="320040"/>
          </a:xfrm>
          <a:prstGeom prst="rightArrow">
            <a:avLst/>
          </a:prstGeom>
          <a:solidFill>
            <a:srgbClr val="5C69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ight Arrow 23"/>
          <p:cNvSpPr/>
          <p:nvPr/>
        </p:nvSpPr>
        <p:spPr>
          <a:xfrm>
            <a:off x="7589520" y="2450592"/>
            <a:ext cx="347472" cy="320040"/>
          </a:xfrm>
          <a:prstGeom prst="rightArrow">
            <a:avLst/>
          </a:prstGeom>
          <a:solidFill>
            <a:srgbClr val="5C69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4663440" y="4160520"/>
            <a:ext cx="29260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663440" y="4160520"/>
            <a:ext cx="73152" cy="1143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892040" y="4325112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22340"/>
                </a:solidFill>
                <a:latin typeface="Aptos"/>
              </a:defRPr>
            </a:pPr>
            <a:r>
              <a:t>5. Client Test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92040" y="4800600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5C697C"/>
                </a:solidFill>
                <a:latin typeface="Aptos"/>
              </a:defRPr>
            </a:pPr>
            <a:r>
              <a:t>Postman sends JSON</a:t>
            </a:r>
          </a:p>
        </p:txBody>
      </p:sp>
      <p:sp>
        <p:nvSpPr>
          <p:cNvPr id="29" name="Down Arrow 28"/>
          <p:cNvSpPr/>
          <p:nvPr/>
        </p:nvSpPr>
        <p:spPr>
          <a:xfrm>
            <a:off x="8823960" y="3429000"/>
            <a:ext cx="411480" cy="502920"/>
          </a:xfrm>
          <a:prstGeom prst="downArrow">
            <a:avLst/>
          </a:prstGeom>
          <a:solidFill>
            <a:srgbClr val="5C69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931920" y="56235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22340"/>
                </a:solidFill>
                <a:latin typeface="Aptos"/>
              </a:defRPr>
            </a:pPr>
            <a:r>
              <a:t>POST /predict  →  JSON response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22340"/>
                </a:solidFill>
                <a:latin typeface="Aptos"/>
              </a:defRPr>
            </a:pPr>
            <a:r>
              <a:t>API Endpoints &amp; Example Input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32688"/>
            <a:ext cx="114300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C697C"/>
                </a:solidFill>
                <a:latin typeface="Aptos"/>
              </a:defRPr>
            </a:pPr>
            <a:r>
              <a:t>WEEK 4 • AI PROJECT DEPLOYMENT  |  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417320"/>
            <a:ext cx="50292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22960" y="1417320"/>
            <a:ext cx="73152" cy="1234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1581912"/>
            <a:ext cx="4617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22340"/>
                </a:solidFill>
                <a:latin typeface="Aptos"/>
              </a:defRPr>
            </a:pPr>
            <a:r>
              <a:t>GET 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057400"/>
            <a:ext cx="4617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5C697C"/>
                </a:solidFill>
                <a:latin typeface="Aptos"/>
              </a:defRPr>
            </a:pPr>
            <a:r>
              <a:t>Checks whether the Flask API is running.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0292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309360" y="1417320"/>
            <a:ext cx="73152" cy="123444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37960" y="1581912"/>
            <a:ext cx="4617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22340"/>
                </a:solidFill>
                <a:latin typeface="Aptos"/>
              </a:defRPr>
            </a:pPr>
            <a:r>
              <a:t>POST /predict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057400"/>
            <a:ext cx="4617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5C697C"/>
                </a:solidFill>
                <a:latin typeface="Aptos"/>
              </a:defRPr>
            </a:pPr>
            <a:r>
              <a:t>Accepts weather features in JSON and returns estimates.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0632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22340"/>
                </a:solidFill>
                <a:latin typeface="Aptos"/>
              </a:defRPr>
            </a:pPr>
            <a:r>
              <a:t>Example JSON request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520440"/>
            <a:ext cx="5486400" cy="2286000"/>
          </a:xfrm>
          <a:prstGeom prst="roundRect">
            <a:avLst/>
          </a:prstGeom>
          <a:solidFill>
            <a:srgbClr val="12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97280" y="3703320"/>
            <a:ext cx="4937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FFFFFF"/>
                </a:solidFill>
                <a:latin typeface="Consolas"/>
              </a:defRPr>
            </a:pPr>
            <a:r>
              <a:t>{</a:t>
            </a:r>
            <a:br/>
            <a:r>
              <a:t>  "pressure_hpa": 1010,</a:t>
            </a:r>
            <a:br/>
            <a:r>
              <a:t>  "wind_speed_kmh": 12,</a:t>
            </a:r>
            <a:br/>
            <a:r>
              <a:t>  "month": 7,</a:t>
            </a:r>
            <a:br/>
            <a:r>
              <a:t>  "previous_temp_c": 28,</a:t>
            </a:r>
            <a:br/>
            <a:r>
              <a:t>  "previous_humidity_pct": 78,</a:t>
            </a:r>
            <a:br/>
            <a:r>
              <a:t>  "previous_rainfall_mm": 5</a:t>
            </a:r>
            <a:br/>
            <a:r>
              <a:t>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32918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22340"/>
                </a:solidFill>
                <a:latin typeface="Aptos"/>
              </a:defRPr>
            </a:pPr>
            <a:r>
              <a:t>Response fields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12280" y="3794760"/>
            <a:ext cx="4389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700">
                <a:solidFill>
                  <a:srgbClr val="1E293B"/>
                </a:solidFill>
                <a:latin typeface="Aptos"/>
              </a:defRPr>
            </a:pPr>
            <a:r>
              <a:t>•  predicted_temperature_c</a:t>
            </a:r>
          </a:p>
          <a:p>
            <a:pPr>
              <a:spcAft>
                <a:spcPts val="1600"/>
              </a:spcAft>
              <a:defRPr sz="1700">
                <a:solidFill>
                  <a:srgbClr val="1E293B"/>
                </a:solidFill>
                <a:latin typeface="Aptos"/>
              </a:defRPr>
            </a:pPr>
            <a:r>
              <a:t>•  predicted_humidity_pct</a:t>
            </a:r>
          </a:p>
          <a:p>
            <a:pPr>
              <a:spcAft>
                <a:spcPts val="1600"/>
              </a:spcAft>
              <a:defRPr sz="1700">
                <a:solidFill>
                  <a:srgbClr val="1E293B"/>
                </a:solidFill>
                <a:latin typeface="Aptos"/>
              </a:defRPr>
            </a:pPr>
            <a:r>
              <a:t>•  predicted_rainfall_mm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22340"/>
                </a:solidFill>
                <a:latin typeface="Aptos"/>
              </a:defRPr>
            </a:pPr>
            <a:r>
              <a:t>Postman Test Result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32688"/>
            <a:ext cx="114300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C697C"/>
                </a:solidFill>
                <a:latin typeface="Aptos"/>
              </a:defRPr>
            </a:pPr>
            <a:r>
              <a:t>WEEK 4 • AI PROJECT DEPLOYMENT  |  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2801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22340"/>
                </a:solidFill>
                <a:latin typeface="Aptos"/>
              </a:defRPr>
            </a:pPr>
            <a:r>
              <a:t>Sample successful response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09560" y="1828800"/>
            <a:ext cx="33832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909560" y="1828800"/>
            <a:ext cx="73152" cy="13258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138160" y="1993392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22340"/>
                </a:solidFill>
                <a:latin typeface="Aptos"/>
              </a:defRPr>
            </a:pPr>
            <a:r>
              <a:t>Status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2468880"/>
            <a:ext cx="2971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5C697C"/>
                </a:solidFill>
                <a:latin typeface="Aptos"/>
              </a:defRPr>
            </a:pPr>
            <a:r>
              <a:t>API returned a JSON response.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09560" y="3474720"/>
            <a:ext cx="33832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909560" y="3474720"/>
            <a:ext cx="73152" cy="132588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38160" y="3639312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22340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4114800"/>
            <a:ext cx="2971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5C697C"/>
                </a:solidFill>
                <a:latin typeface="Aptos"/>
              </a:defRPr>
            </a:pPr>
            <a:r>
              <a:t>Values are estimates from synthetic data.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068" y="1828799"/>
            <a:ext cx="7535611" cy="429904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22340"/>
                </a:solidFill>
                <a:latin typeface="Aptos"/>
              </a:defRPr>
            </a:pPr>
            <a:r>
              <a:t>How to Run the Project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32688"/>
            <a:ext cx="114300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C697C"/>
                </a:solidFill>
                <a:latin typeface="Aptos"/>
              </a:defRPr>
            </a:pPr>
            <a:r>
              <a:t>WEEK 4 • AI PROJECT DEPLOYMENT  | 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258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900">
                <a:solidFill>
                  <a:srgbClr val="1E293B"/>
                </a:solidFill>
                <a:latin typeface="Aptos"/>
              </a:defRPr>
            </a:pPr>
            <a:r>
              <a:t>•  Install dependencies: pip install -r requirements.txt</a:t>
            </a:r>
          </a:p>
          <a:p>
            <a:pPr>
              <a:spcAft>
                <a:spcPts val="1600"/>
              </a:spcAft>
              <a:defRPr sz="1900">
                <a:solidFill>
                  <a:srgbClr val="1E293B"/>
                </a:solidFill>
                <a:latin typeface="Aptos"/>
              </a:defRPr>
            </a:pPr>
            <a:r>
              <a:t>•  Generate the dataset: python dataset.py</a:t>
            </a:r>
          </a:p>
          <a:p>
            <a:pPr>
              <a:spcAft>
                <a:spcPts val="1600"/>
              </a:spcAft>
              <a:defRPr sz="1900">
                <a:solidFill>
                  <a:srgbClr val="1E293B"/>
                </a:solidFill>
                <a:latin typeface="Aptos"/>
              </a:defRPr>
            </a:pPr>
            <a:r>
              <a:t>•  Train and save models: python train_model.py</a:t>
            </a:r>
          </a:p>
          <a:p>
            <a:pPr>
              <a:spcAft>
                <a:spcPts val="1600"/>
              </a:spcAft>
              <a:defRPr sz="1900">
                <a:solidFill>
                  <a:srgbClr val="1E293B"/>
                </a:solidFill>
                <a:latin typeface="Aptos"/>
              </a:defRPr>
            </a:pPr>
            <a:r>
              <a:t>•  Start the API: python app.py</a:t>
            </a:r>
          </a:p>
          <a:p>
            <a:pPr>
              <a:spcAft>
                <a:spcPts val="1600"/>
              </a:spcAft>
              <a:defRPr sz="1900">
                <a:solidFill>
                  <a:srgbClr val="1E293B"/>
                </a:solidFill>
                <a:latin typeface="Aptos"/>
              </a:defRPr>
            </a:pPr>
            <a:r>
              <a:t>•  In Postman, send POST to http://127.0.0.1:5000/predict with a JSON body.</a:t>
            </a:r>
          </a:p>
          <a:p>
            <a:pPr>
              <a:spcAft>
                <a:spcPts val="1600"/>
              </a:spcAft>
              <a:defRPr sz="1900">
                <a:solidFill>
                  <a:srgbClr val="1E293B"/>
                </a:solidFill>
                <a:latin typeface="Aptos"/>
              </a:defRPr>
            </a:pPr>
            <a:r>
              <a:t>•  Keep the Flask terminal running while testing the API.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22340"/>
                </a:solidFill>
                <a:latin typeface="Aptos"/>
              </a:defRPr>
            </a:pPr>
            <a:r>
              <a:t>Limitations &amp; Future 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32688"/>
            <a:ext cx="114300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C697C"/>
                </a:solidFill>
                <a:latin typeface="Aptos"/>
              </a:defRPr>
            </a:pPr>
            <a:r>
              <a:t>WEEK 4 • AI PROJECT DEPLOYMENT  |  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417320"/>
            <a:ext cx="507492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DCE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417320"/>
            <a:ext cx="73152" cy="3200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1581912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22340"/>
                </a:solidFill>
                <a:latin typeface="Aptos"/>
              </a:defRPr>
            </a:pPr>
            <a:r>
              <a:t>Current Limitations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057400"/>
            <a:ext cx="466344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5C697C"/>
                </a:solidFill>
                <a:latin typeface="Aptos"/>
              </a:defRPr>
            </a:pPr>
            <a:r>
              <a:t>• Uses simulated rather than official weather data</a:t>
            </a:r>
            <a:br/>
            <a:r>
              <a:t>• Predictions are for learning and demonstration</a:t>
            </a:r>
            <a:br/>
            <a:r>
              <a:t>• Accuracy depends on generated data patterns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07492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DCE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309360" y="1417320"/>
            <a:ext cx="73152" cy="32004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37960" y="1581912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22340"/>
                </a:solidFill>
                <a:latin typeface="Aptos"/>
              </a:defRPr>
            </a:pPr>
            <a:r>
              <a:t>Future Improvements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057400"/>
            <a:ext cx="466344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5C697C"/>
                </a:solidFill>
                <a:latin typeface="Aptos"/>
              </a:defRPr>
            </a:pPr>
            <a:r>
              <a:t>• Train with genuine historical weather records</a:t>
            </a:r>
            <a:br/>
            <a:r>
              <a:t>• Add a simple web interface</a:t>
            </a:r>
            <a:br/>
            <a:r>
              <a:t>• Deploy API to a cloud platform</a:t>
            </a:r>
            <a:br/>
            <a:r>
              <a:t>• Add validation and monitoring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25780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22340"/>
                </a:solidFill>
                <a:latin typeface="Aptos"/>
              </a:defRPr>
            </a:pPr>
            <a:r>
              <a:t>Do not use this prototype for safety-critical weather decisions.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685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9875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0">
                <a:solidFill>
                  <a:srgbClr val="FFFFFF"/>
                </a:solidFill>
                <a:latin typeface="Aptos"/>
              </a:defRPr>
            </a:pPr>
            <a:r>
              <a:t>The project demonstrates a complete ML workflow—from dataset preparation and model evaluation to model serialization, Flask API deployment, and Postman testing.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657600"/>
            <a:ext cx="4572000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22D3EE"/>
                </a:solidFill>
                <a:latin typeface="Aptos"/>
              </a:defRPr>
            </a:pP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868680" y="4160520"/>
            <a:ext cx="9875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1E293B"/>
                </a:solidFill>
                <a:latin typeface="Aptos"/>
              </a:defRPr>
            </a:pPr>
            <a:r>
              <a:t>•  Training and evaluating regression models</a:t>
            </a:r>
          </a:p>
          <a:p>
            <a:pPr>
              <a:spcAft>
                <a:spcPts val="1600"/>
              </a:spcAft>
              <a:defRPr sz="1800">
                <a:solidFill>
                  <a:srgbClr val="1E293B"/>
                </a:solidFill>
                <a:latin typeface="Aptos"/>
              </a:defRPr>
            </a:pPr>
            <a:r>
              <a:t>•  Saving models with Joblib</a:t>
            </a:r>
          </a:p>
          <a:p>
            <a:pPr>
              <a:spcAft>
                <a:spcPts val="1600"/>
              </a:spcAft>
              <a:defRPr sz="1800">
                <a:solidFill>
                  <a:srgbClr val="1E293B"/>
                </a:solidFill>
                <a:latin typeface="Aptos"/>
              </a:defRPr>
            </a:pPr>
            <a:r>
              <a:t>•  Building and testing a REST 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172200"/>
            <a:ext cx="6400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2D3EE"/>
                </a:solidFill>
                <a:latin typeface="Aptos"/>
              </a:defRPr>
            </a:pPr>
            <a:r>
              <a:rPr dirty="0"/>
              <a:t>Thank you </a:t>
            </a:r>
            <a:r>
              <a:rPr lang="en-IN" dirty="0"/>
              <a:t>.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619</Words>
  <Application>Microsoft Office PowerPoint</Application>
  <PresentationFormat>Widescreen</PresentationFormat>
  <Paragraphs>107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Windows User</cp:lastModifiedBy>
  <cp:revision>2</cp:revision>
  <dcterms:created xsi:type="dcterms:W3CDTF">2013-01-27T09:14:16Z</dcterms:created>
  <dcterms:modified xsi:type="dcterms:W3CDTF">2026-10-16T04:57:28Z</dcterms:modified>
  <cp:category/>
</cp:coreProperties>
</file>